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User Information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administrators to modify attributes across dozens to hundreds of employees at once — with validation, approval workflows, scheduling, and downstream propagation.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29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5029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064E3B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Edge Cases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5029200"/>
            <a:ext cx="1645920" cy="320040"/>
          </a:xfrm>
          <a:prstGeom prst="roundRect">
            <a:avLst>
              <a:gd name="adj" fmla="val 42857"/>
            </a:avLst>
          </a:prstGeom>
          <a:solidFill>
            <a:srgbClr val="3B1F6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Propagation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—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Evaluated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Spreadsheet-Only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CSV → edit offline → re-upload.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per-user values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Familiar Excel workflow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Error-prone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real-time validation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Bad for uniform changes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12801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46304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Filter + Rules 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18745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via filters → apply uniform operations.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4688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26974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for uniform changes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9260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In-app validation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329184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520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Can't handle per-user values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37490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Doesn't scale for mixed changes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128016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46304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Hybrid: Both Methods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18745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picks the best tool within one flow.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24688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26974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of both worlds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29260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use cases covered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0" y="31546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for any size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352044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37490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complex to build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57784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23560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Hybrid: Uniform changes ("give all L3s a 5% raise") → filters. Per-user changes ("each person gets different comp") → CSV. One wizard, two paths.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— PRODUCT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Walkthrough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4-step wizard: Select Users → Define Changes → Preview &amp; Submit → Status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73836" y="4114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6DA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Edit History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0263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76956" y="4114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6DA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6956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Select 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0575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80076" y="4114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6DA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0076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Define Changes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0887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83196" y="4114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6DA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3196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Preview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1199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86316" y="41148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6DA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6316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Status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Users</a:t>
            </a:r>
            <a:endParaRPr lang="en-US" sz="2400" dirty="0"/>
          </a:p>
        </p:txBody>
      </p:sp>
      <p:pic>
        <p:nvPicPr>
          <p:cNvPr id="5" name="Image 0" descr="/Users/prajjwalagarwal/Desktop/Cursor/bulk-user-update-prototype/screenshots/02-user-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029200" cy="3108960"/>
          </a:xfrm>
          <a:prstGeom prst="ellipse">
            <a:avLst/>
          </a:prstGeom>
        </p:spPr>
      </p:pic>
      <p:pic>
        <p:nvPicPr>
          <p:cNvPr id="6" name="Image 1" descr="/Users/prajjwalagarwal/Desktop/Cursor/bulk-user-update-prototype/screenshots/03-search-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14800"/>
            <a:ext cx="5029200" cy="22860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914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60720" y="1280160"/>
            <a:ext cx="5760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by name, ID, role, or country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by Country, Department, Role (with L1/L2/L3 hierarchy)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Combined AND-logic filters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Individual add or bulk add from filter results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60720" y="30175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760720" y="3383280"/>
            <a:ext cx="5760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Max 500 users — hard limit with warning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Duplicate prevention — "Already added" inline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Smart CTA — disables when all filtered users already selected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Filters persist after applying — not cleared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Empty states for no search results / no filter matches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Changes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A: Filter + Rules</a:t>
            </a:r>
            <a:endParaRPr lang="en-US" sz="1100" dirty="0"/>
          </a:p>
        </p:txBody>
      </p:sp>
      <p:pic>
        <p:nvPicPr>
          <p:cNvPr id="6" name="Image 0" descr="/Users/prajjwalagarwal/Desktop/Cursor/bulk-user-update-prototype/screenshots/09-title-ad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303520" cy="320040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4348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fields · 10 operations · Sensitive fields flagged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8686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B: CSV Upload</a:t>
            </a:r>
            <a:endParaRPr lang="en-US" sz="1100" dirty="0"/>
          </a:p>
        </p:txBody>
      </p:sp>
      <p:pic>
        <p:nvPicPr>
          <p:cNvPr id="9" name="Image 1" descr="/Users/prajjwalagarwal/Desktop/Cursor/bulk-user-update-prototype/screenshots/10-csv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5303520" cy="320040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7548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5074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Currency conflict — blocks absolute ops for mixed currencies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Duplicate field — warns when same field added again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File size: 5 MB max · Format: .csv/.xls/.xlsx only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Partial CSV errors — continue with valid rows, exclude bad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Auto-strips "Errors" column on corrected re-upload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→ Upload → Validate → Error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Template Download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 with selected users. Headers: User ID, Name, Compensation, Title, Department, Location.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Error Sheet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"Errors" column prepended · Red/green color coding · Download as .xls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Final Change Sheet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rows with actual changes · Modified cells highlighted yellow · Available from Edit History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Headers must match template exactly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ID: non-empty, must exist in selected users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Compensation: valid positive number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Required: Name, Title, Department, Location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file size: 5 MB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Format: .csv, .xls, .xlsx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31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Options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"Continue with N valid rows" — excludes errors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"Download error sheet" — for offline correction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"Re-upload corrected" — auto-strips Errors column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7724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— Review Changes</a:t>
            </a:r>
            <a:endParaRPr lang="en-US" sz="2400" dirty="0"/>
          </a:p>
        </p:txBody>
      </p:sp>
      <p:pic>
        <p:nvPicPr>
          <p:cNvPr id="5" name="Image 0" descr="/Users/prajjwalagarwal/Desktop/Cursor/bulk-user-update-prototype/screenshots/11-preview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943600" cy="5029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9144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Shown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13716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Impact stats: users affected, fields changed, countries, excluded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Fields table: each field, operation, value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"Sensitive" badge on critical fields</a:t>
            </a:r>
            <a:endParaRPr lang="en-US" sz="10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Expandable per-user change preview (old → new)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0" y="32004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35661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Zero edits in filter mode → redirects to Step 2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Zero users after exclusions → submit disabled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CSV with no changes → "No field changes detected"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7724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Submit</a:t>
            </a:r>
            <a:endParaRPr lang="en-US" sz="2400" dirty="0"/>
          </a:p>
        </p:txBody>
      </p:sp>
      <p:pic>
        <p:nvPicPr>
          <p:cNvPr id="5" name="Image 0" descr="/Users/prajjwalagarwal/Desktop/Cursor/bulk-user-update-prototype/screenshots/12-preview-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029200" cy="2743200"/>
          </a:xfrm>
          <a:prstGeom prst="ellipse">
            <a:avLst/>
          </a:prstGeom>
        </p:spPr>
      </p:pic>
      <p:pic>
        <p:nvPicPr>
          <p:cNvPr id="6" name="Image 1" descr="/Users/prajjwalagarwal/Desktop/Cursor/bulk-user-update-prototype/screenshots/14-confirm-rea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5029200" cy="27432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914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Systems ⚠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60720" y="12801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→ system mapping shows exactly which downstream systems will sync after changes.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60720" y="19202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/>
        </p:spPr>
      </p:sp>
      <p:sp>
        <p:nvSpPr>
          <p:cNvPr id="10" name="Text 6"/>
          <p:cNvSpPr/>
          <p:nvPr/>
        </p:nvSpPr>
        <p:spPr>
          <a:xfrm>
            <a:off x="576072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Payroll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589520" y="19202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/>
        </p:spPr>
      </p:sp>
      <p:sp>
        <p:nvSpPr>
          <p:cNvPr id="12" name="Text 8"/>
          <p:cNvSpPr/>
          <p:nvPr/>
        </p:nvSpPr>
        <p:spPr>
          <a:xfrm>
            <a:off x="758952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Benefits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418320" y="19202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/>
        </p:spPr>
      </p:sp>
      <p:sp>
        <p:nvSpPr>
          <p:cNvPr id="14" name="Text 10"/>
          <p:cNvSpPr/>
          <p:nvPr/>
        </p:nvSpPr>
        <p:spPr>
          <a:xfrm>
            <a:off x="941832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Devices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60720" y="233172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5F3FF"/>
          </a:solidFill>
          <a:ln/>
        </p:spPr>
      </p:sp>
      <p:sp>
        <p:nvSpPr>
          <p:cNvPr id="16" name="Text 12"/>
          <p:cNvSpPr/>
          <p:nvPr/>
        </p:nvSpPr>
        <p:spPr>
          <a:xfrm>
            <a:off x="57607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Slack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589520" y="233172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5F3FF"/>
          </a:solidFill>
          <a:ln/>
        </p:spPr>
      </p:sp>
      <p:sp>
        <p:nvSpPr>
          <p:cNvPr id="18" name="Text 14"/>
          <p:cNvSpPr/>
          <p:nvPr/>
        </p:nvSpPr>
        <p:spPr>
          <a:xfrm>
            <a:off x="75895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Google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418320" y="233172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5F3FF"/>
          </a:solidFill>
          <a:ln/>
        </p:spPr>
      </p:sp>
      <p:sp>
        <p:nvSpPr>
          <p:cNvPr id="20" name="Text 16"/>
          <p:cNvSpPr/>
          <p:nvPr/>
        </p:nvSpPr>
        <p:spPr>
          <a:xfrm>
            <a:off x="94183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GitHub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760720" y="30175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Modal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760720" y="3383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count + sensitive field warning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📅 Schedule button — pick future date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Checkbox confirmation required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CTA: "Submit for approval" / "Apply" / "Schedule"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never bypasses approval.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fields → approval required regardless.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Application</a:t>
            </a:r>
            <a:endParaRPr lang="en-US" sz="2400" dirty="0"/>
          </a:p>
        </p:txBody>
      </p:sp>
      <p:pic>
        <p:nvPicPr>
          <p:cNvPr id="5" name="Image 0" descr="/Users/prajjwalagarwal/Desktop/Cursor/bulk-user-update-prototype/screenshots/15-approval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029200" cy="2743200"/>
          </a:xfrm>
          <a:prstGeom prst="ellipse">
            <a:avLst/>
          </a:prstGeom>
        </p:spPr>
      </p:pic>
      <p:pic>
        <p:nvPicPr>
          <p:cNvPr id="6" name="Image 1" descr="/Users/prajjwalagarwal/Desktop/Cursor/bulk-user-update-prototype/screenshots/17-final-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5029200" cy="27432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914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Matrix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immediately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approval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 + Pending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760720" y="31089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760720" y="34747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Partial failure — ~15% fail. Retry or continue without.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Cancel mid-processing — stops, no changes applied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Failed count resets on retry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Reversal blocked for sensitive fields (comp, currency, status)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7724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History — Audit Trail</a:t>
            </a:r>
            <a:endParaRPr lang="en-US" sz="2400" dirty="0"/>
          </a:p>
        </p:txBody>
      </p:sp>
      <p:pic>
        <p:nvPicPr>
          <p:cNvPr id="5" name="Image 0" descr="/Users/prajjwalagarwal/Desktop/Cursor/bulk-user-update-prototype/screenshots/18-history-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6400800" cy="2743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0" y="914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0" y="1371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table: Request ID, Created By, Date, Users, Fields, Status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📥 Download change sheet — styled .xls, changed cells highlighted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↩️ Reverse changes — blocked for sensitive fields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New Bulk Change — resets, starts fresh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32320" y="3200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Badges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352044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503920" y="352044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875520" y="352044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987552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132320" y="388620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503920" y="388620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875520" y="388620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/>
        </p:spPr>
      </p:sp>
      <p:sp>
        <p:nvSpPr>
          <p:cNvPr id="20" name="Text 17"/>
          <p:cNvSpPr/>
          <p:nvPr/>
        </p:nvSpPr>
        <p:spPr>
          <a:xfrm>
            <a:off x="98755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Propagation Challenges &amp;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Atomicity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change must hit Payroll AND Benefits. Partial sync = compliance risk.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Rate Limiting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users × 3 integrations = 1,500+ API calls. Limits cause delays.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690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Ordering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Payroll before Devices. Bulk amplifies dependency complexity.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1206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API Outages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down shouldn't block everything. Partial propagation = inconsistency.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659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Async Job Queue + Retry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sync = independent job. Exponential backoff. Decouples core from propagation.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0175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Dependency Graph (DAG)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in topological order. Parent fails → child syncs held.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0690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Idempotent 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297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safe to retry. Change-request-ID for deduplication.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5074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1206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Scheduling as Buffer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3492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during off-peak. Reduces rate-limit pressure. Lands before payroll cut-offs.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— CONTINUED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→ System Impact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mapping drives the "Affected Systems" preview shown to admins before submit.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First-Party Systems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Third-Party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Compensation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Payroll, Benefits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Payroll, Benefits, Devices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Slack, Google, GitHub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Slack, Google, GitHub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Center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Slack, Google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Payroll, Benefits, Devices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Manager /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Slack, Google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Mode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074920"/>
            <a:ext cx="10607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 Admins see exactly which systems are affected before submitting. They can schedule for off-hours if many critical systems are involved.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5603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880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+ Rules &amp; CSV. One flow, two paths.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256032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25603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Approval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880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sensitive fields need approval. Scheduling never bypasses it.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657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Edge Cases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conflicts, partial failures, file validation, cancellation.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3657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3657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Aware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39776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→ system mapping. Async queues, retry, dependency ordering.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074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dates. Off-peak processing. Approval + schedule independent.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475488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5074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tracked. Change sheets. Reversals with guardrails.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5852160"/>
            <a:ext cx="10515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available for live demo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 User Information Update — Case Study</dc:title>
  <dc:subject>PptxGenJS Presentation</dc:subject>
  <dc:creator>Prajjwal Agarwal</dc:creator>
  <cp:lastModifiedBy>Prajjwal Agarwal</cp:lastModifiedBy>
  <cp:revision>1</cp:revision>
  <dcterms:created xsi:type="dcterms:W3CDTF">2026-03-13T03:36:19Z</dcterms:created>
  <dcterms:modified xsi:type="dcterms:W3CDTF">2026-03-13T03:36:19Z</dcterms:modified>
</cp:coreProperties>
</file>